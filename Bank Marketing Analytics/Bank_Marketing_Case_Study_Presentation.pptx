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Dataset: Predicting Term Deposit Subscription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</a:rPr>
              <a:t>Prepared by Sumaiya Aslam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</a:rPr>
              <a:t>Why do some customers subscribe to term deposits while others don't?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Bank marketing teams contact a broad customer base by phone with limited targeting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Only a fraction of calls convert — campaigns are costly and time-consuming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Goal: identify which customer groups are most likely to subscribe, so campaigns can be targeted more efficiently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583680" cy="310896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Records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11,162 customers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Columns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17 (demographic, financial, campaign attributes)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Target variable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deposit (yes / no)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Missing data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 nulls (some 'unknown' category placeholders)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Class balance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52.6% No / 47.4% Yes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c1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71600"/>
            <a:ext cx="3749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Age skews toward working-age adults; most balances are modest</a:t>
            </a:r>
            <a:endParaRPr lang="en-US" sz="1400" dirty="0"/>
          </a:p>
        </p:txBody>
      </p:sp>
      <p:pic>
        <p:nvPicPr>
          <p:cNvPr id="4" name="Image 0" descr="c3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4114800"/>
          </a:xfrm>
          <a:prstGeom prst="rect">
            <a:avLst/>
          </a:prstGeom>
        </p:spPr>
      </p:pic>
      <p:pic>
        <p:nvPicPr>
          <p:cNvPr id="5" name="Image 1" descr="c8_duration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Numeric Drivers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Call duration has by far the strongest relationship with subscription (r = 0.45)</a:t>
            </a:r>
            <a:endParaRPr lang="en-US" sz="1400" dirty="0"/>
          </a:p>
        </p:txBody>
      </p:sp>
      <p:pic>
        <p:nvPicPr>
          <p:cNvPr id="4" name="Image 0" descr="c7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280160"/>
            <a:ext cx="6126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Subscribes? Job &amp; 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Students, retirees, and older/younger customers convert best</a:t>
            </a:r>
            <a:endParaRPr lang="en-US" sz="1400" dirty="0"/>
          </a:p>
        </p:txBody>
      </p:sp>
      <p:pic>
        <p:nvPicPr>
          <p:cNvPr id="4" name="Image 0" descr="c2_j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5943600" cy="4114800"/>
          </a:xfrm>
          <a:prstGeom prst="rect">
            <a:avLst/>
          </a:prstGeom>
        </p:spPr>
      </p:pic>
      <p:pic>
        <p:nvPicPr>
          <p:cNvPr id="5" name="Image 1" descr="c10_agebu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History &amp; Contact Method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Warm leads and cellular contact convert far better</a:t>
            </a:r>
            <a:endParaRPr lang="en-US" sz="1400" dirty="0"/>
          </a:p>
        </p:txBody>
      </p:sp>
      <p:pic>
        <p:nvPicPr>
          <p:cNvPr id="4" name="Image 0" descr="c6_p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5760720" cy="4206240"/>
          </a:xfrm>
          <a:prstGeom prst="rect">
            <a:avLst/>
          </a:prstGeom>
        </p:spPr>
      </p:pic>
      <p:pic>
        <p:nvPicPr>
          <p:cNvPr id="5" name="Image 1" descr="c5_cont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of Conversion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May carries the highest call volume but the lowest conversion rate</a:t>
            </a:r>
            <a:endParaRPr lang="en-US" sz="1400" dirty="0"/>
          </a:p>
        </p:txBody>
      </p:sp>
      <p:pic>
        <p:nvPicPr>
          <p:cNvPr id="4" name="Image 0" descr="c9_month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71600"/>
            <a:ext cx="91440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</a:rPr>
              <a:t>Call duration is the strongest predictor of subscription (537s avg for 'yes' vs 223s for 'no')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</a:rPr>
              <a:t>Prior campaign success drives a 91.3% conversion rate vs 40.7% baseline for new contacts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</a:rPr>
              <a:t>Students (74.7%) and retirees (66.3%) convert far above average; blue-collar (36.4%) lags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</a:rPr>
              <a:t>Customers without housing/personal loans and with higher balances convert notably better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</a:rPr>
              <a:t>May is the highest-volume, lowest-converting month (32.8%) — a clear efficiency gap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333333"/>
                </a:solidFill>
              </a:rPr>
              <a:t>1. Prioritize outreach to customers with a previous campaign success or positive outcome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333333"/>
                </a:solidFill>
              </a:rPr>
              <a:t>2. Shift calling effort away from low-converting May toward Dec/Mar/Sep/Oct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333333"/>
                </a:solidFill>
              </a:rPr>
              <a:t>3. Build targeted offers for students &amp; retirees; redesign approach for blue-collar/entrepreneur segments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333333"/>
                </a:solidFill>
              </a:rPr>
              <a:t>4. Train reps to extend engagement quality, not just call volume, since duration drives conversion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333333"/>
                </a:solidFill>
              </a:rPr>
              <a:t>5. Favor cellular contact and prioritize debt-free, higher-balance customers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7E9EE"/>
                </a:solidFill>
              </a:rPr>
              <a:t>Term deposit subscription is highly predictable from call engagement, campaign history, life stage, and financial standing. Shifting from broad, volume-driven outreach to a targeted, data-driven strategy can meaningfully raise conversion while cutting wasted effort.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C3E6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2026-08-07T12:47:56Z</dcterms:created>
  <dcterms:modified xsi:type="dcterms:W3CDTF">2026-08-07T12:47:56Z</dcterms:modified>
</cp:coreProperties>
</file>